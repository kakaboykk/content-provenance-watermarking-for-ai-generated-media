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DM Sans Medium" pitchFamily="2" charset="0"/>
      <p:regular r:id="rId14"/>
    </p:embeddedFon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Montserrat Bold" panose="020B0604020202020204" charset="0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BC177D-4F4E-4FB4-AC4B-C2408E878A86}" v="7" dt="2026-08-04T15:59:28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vin MK" userId="ed030a6577c59d83" providerId="LiveId" clId="{5FFE5F68-E3AE-40CE-AE75-4DC48A799503}"/>
    <pc:docChg chg="undo custSel modSld">
      <pc:chgData name="Ashvin MK" userId="ed030a6577c59d83" providerId="LiveId" clId="{5FFE5F68-E3AE-40CE-AE75-4DC48A799503}" dt="2026-08-04T16:08:06.336" v="279" actId="1076"/>
      <pc:docMkLst>
        <pc:docMk/>
      </pc:docMkLst>
      <pc:sldChg chg="delSp modSp mod">
        <pc:chgData name="Ashvin MK" userId="ed030a6577c59d83" providerId="LiveId" clId="{5FFE5F68-E3AE-40CE-AE75-4DC48A799503}" dt="2026-08-04T15:50:33.762" v="164" actId="20577"/>
        <pc:sldMkLst>
          <pc:docMk/>
          <pc:sldMk cId="0" sldId="256"/>
        </pc:sldMkLst>
        <pc:spChg chg="mod">
          <ac:chgData name="Ashvin MK" userId="ed030a6577c59d83" providerId="LiveId" clId="{5FFE5F68-E3AE-40CE-AE75-4DC48A799503}" dt="2026-08-04T15:50:33.762" v="164" actId="2057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Ashvin MK" userId="ed030a6577c59d83" providerId="LiveId" clId="{5FFE5F68-E3AE-40CE-AE75-4DC48A799503}" dt="2026-08-04T15:48:40.867" v="2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Ashvin MK" userId="ed030a6577c59d83" providerId="LiveId" clId="{5FFE5F68-E3AE-40CE-AE75-4DC48A799503}" dt="2026-08-04T15:48:43.453" v="4" actId="478"/>
          <ac:spMkLst>
            <pc:docMk/>
            <pc:sldMk cId="0" sldId="256"/>
            <ac:spMk id="8" creationId="{00000000-0000-0000-0000-000000000000}"/>
          </ac:spMkLst>
        </pc:spChg>
        <pc:picChg chg="del">
          <ac:chgData name="Ashvin MK" userId="ed030a6577c59d83" providerId="LiveId" clId="{5FFE5F68-E3AE-40CE-AE75-4DC48A799503}" dt="2026-08-04T15:50:26.582" v="162" actId="478"/>
          <ac:picMkLst>
            <pc:docMk/>
            <pc:sldMk cId="0" sldId="256"/>
            <ac:picMk id="7" creationId="{00000000-0000-0000-0000-000000000000}"/>
          </ac:picMkLst>
        </pc:picChg>
      </pc:sldChg>
      <pc:sldChg chg="addSp modSp mod">
        <pc:chgData name="Ashvin MK" userId="ed030a6577c59d83" providerId="LiveId" clId="{5FFE5F68-E3AE-40CE-AE75-4DC48A799503}" dt="2026-08-04T16:08:06.336" v="279" actId="1076"/>
        <pc:sldMkLst>
          <pc:docMk/>
          <pc:sldMk cId="0" sldId="261"/>
        </pc:sldMkLst>
        <pc:spChg chg="mod">
          <ac:chgData name="Ashvin MK" userId="ed030a6577c59d83" providerId="LiveId" clId="{5FFE5F68-E3AE-40CE-AE75-4DC48A799503}" dt="2026-08-04T16:08:06.336" v="279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shvin MK" userId="ed030a6577c59d83" providerId="LiveId" clId="{5FFE5F68-E3AE-40CE-AE75-4DC48A799503}" dt="2026-08-04T16:07:50.405" v="272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Ashvin MK" userId="ed030a6577c59d83" providerId="LiveId" clId="{5FFE5F68-E3AE-40CE-AE75-4DC48A799503}" dt="2026-08-04T16:07:56.393" v="275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shvin MK" userId="ed030a6577c59d83" providerId="LiveId" clId="{5FFE5F68-E3AE-40CE-AE75-4DC48A799503}" dt="2026-08-04T16:07:59.348" v="276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shvin MK" userId="ed030a6577c59d83" providerId="LiveId" clId="{5FFE5F68-E3AE-40CE-AE75-4DC48A799503}" dt="2026-08-04T15:52:48.039" v="182" actId="1076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Ashvin MK" userId="ed030a6577c59d83" providerId="LiveId" clId="{5FFE5F68-E3AE-40CE-AE75-4DC48A799503}" dt="2026-08-04T15:52:44.009" v="181" actId="1076"/>
          <ac:spMkLst>
            <pc:docMk/>
            <pc:sldMk cId="0" sldId="261"/>
            <ac:spMk id="9" creationId="{ECF946B2-8D0C-F033-FF1A-AFD166316171}"/>
          </ac:spMkLst>
        </pc:spChg>
        <pc:picChg chg="mod">
          <ac:chgData name="Ashvin MK" userId="ed030a6577c59d83" providerId="LiveId" clId="{5FFE5F68-E3AE-40CE-AE75-4DC48A799503}" dt="2026-08-04T16:08:02.770" v="278" actId="1076"/>
          <ac:picMkLst>
            <pc:docMk/>
            <pc:sldMk cId="0" sldId="261"/>
            <ac:picMk id="2" creationId="{00000000-0000-0000-0000-000000000000}"/>
          </ac:picMkLst>
        </pc:picChg>
      </pc:sldChg>
      <pc:sldChg chg="addSp delSp modSp mod">
        <pc:chgData name="Ashvin MK" userId="ed030a6577c59d83" providerId="LiveId" clId="{5FFE5F68-E3AE-40CE-AE75-4DC48A799503}" dt="2026-08-04T16:02:17.878" v="271" actId="1076"/>
        <pc:sldMkLst>
          <pc:docMk/>
          <pc:sldMk cId="0" sldId="263"/>
        </pc:sldMkLst>
        <pc:spChg chg="mod">
          <ac:chgData name="Ashvin MK" userId="ed030a6577c59d83" providerId="LiveId" clId="{5FFE5F68-E3AE-40CE-AE75-4DC48A799503}" dt="2026-08-04T15:55:45.607" v="190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shvin MK" userId="ed030a6577c59d83" providerId="LiveId" clId="{5FFE5F68-E3AE-40CE-AE75-4DC48A799503}" dt="2026-08-04T15:55:54.929" v="192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Ashvin MK" userId="ed030a6577c59d83" providerId="LiveId" clId="{5FFE5F68-E3AE-40CE-AE75-4DC48A799503}" dt="2026-08-04T15:57:23.639" v="218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Ashvin MK" userId="ed030a6577c59d83" providerId="LiveId" clId="{5FFE5F68-E3AE-40CE-AE75-4DC48A799503}" dt="2026-08-04T15:56:01.089" v="194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Ashvin MK" userId="ed030a6577c59d83" providerId="LiveId" clId="{5FFE5F68-E3AE-40CE-AE75-4DC48A799503}" dt="2026-08-04T15:57:14.603" v="211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shvin MK" userId="ed030a6577c59d83" providerId="LiveId" clId="{5FFE5F68-E3AE-40CE-AE75-4DC48A799503}" dt="2026-08-04T15:57:00.654" v="20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shvin MK" userId="ed030a6577c59d83" providerId="LiveId" clId="{5FFE5F68-E3AE-40CE-AE75-4DC48A799503}" dt="2026-08-04T15:57:27.895" v="219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shvin MK" userId="ed030a6577c59d83" providerId="LiveId" clId="{5FFE5F68-E3AE-40CE-AE75-4DC48A799503}" dt="2026-08-04T15:56:52.595" v="204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shvin MK" userId="ed030a6577c59d83" providerId="LiveId" clId="{5FFE5F68-E3AE-40CE-AE75-4DC48A799503}" dt="2026-08-04T15:57:35.373" v="223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shvin MK" userId="ed030a6577c59d83" providerId="LiveId" clId="{5FFE5F68-E3AE-40CE-AE75-4DC48A799503}" dt="2026-08-04T16:02:17.878" v="271" actId="1076"/>
          <ac:spMkLst>
            <pc:docMk/>
            <pc:sldMk cId="0" sldId="263"/>
            <ac:spMk id="15" creationId="{00000000-0000-0000-0000-000000000000}"/>
          </ac:spMkLst>
        </pc:spChg>
        <pc:spChg chg="add del">
          <ac:chgData name="Ashvin MK" userId="ed030a6577c59d83" providerId="LiveId" clId="{5FFE5F68-E3AE-40CE-AE75-4DC48A799503}" dt="2026-08-04T15:58:07.035" v="225" actId="478"/>
          <ac:spMkLst>
            <pc:docMk/>
            <pc:sldMk cId="0" sldId="263"/>
            <ac:spMk id="16" creationId="{FC8E16E7-E0A8-08F9-B2F5-AF4E44A95254}"/>
          </ac:spMkLst>
        </pc:spChg>
        <pc:spChg chg="add del mod">
          <ac:chgData name="Ashvin MK" userId="ed030a6577c59d83" providerId="LiveId" clId="{5FFE5F68-E3AE-40CE-AE75-4DC48A799503}" dt="2026-08-04T15:59:31.129" v="252" actId="478"/>
          <ac:spMkLst>
            <pc:docMk/>
            <pc:sldMk cId="0" sldId="263"/>
            <ac:spMk id="17" creationId="{FFF566D9-9B13-058A-7878-4C9BB9D8958C}"/>
          </ac:spMkLst>
        </pc:spChg>
        <pc:spChg chg="add mod">
          <ac:chgData name="Ashvin MK" userId="ed030a6577c59d83" providerId="LiveId" clId="{5FFE5F68-E3AE-40CE-AE75-4DC48A799503}" dt="2026-08-04T16:02:07.665" v="270" actId="1076"/>
          <ac:spMkLst>
            <pc:docMk/>
            <pc:sldMk cId="0" sldId="263"/>
            <ac:spMk id="23" creationId="{2B77FF3F-D184-0783-6CA6-3E26B2FB9C90}"/>
          </ac:spMkLst>
        </pc:spChg>
        <pc:spChg chg="add mod">
          <ac:chgData name="Ashvin MK" userId="ed030a6577c59d83" providerId="LiveId" clId="{5FFE5F68-E3AE-40CE-AE75-4DC48A799503}" dt="2026-08-04T16:02:03.162" v="269" actId="1076"/>
          <ac:spMkLst>
            <pc:docMk/>
            <pc:sldMk cId="0" sldId="263"/>
            <ac:spMk id="25" creationId="{A5711E87-6FC2-923C-94FD-4B4EFB01EEE3}"/>
          </ac:spMkLst>
        </pc:spChg>
        <pc:picChg chg="mod">
          <ac:chgData name="Ashvin MK" userId="ed030a6577c59d83" providerId="LiveId" clId="{5FFE5F68-E3AE-40CE-AE75-4DC48A799503}" dt="2026-08-04T15:55:51.791" v="191" actId="1076"/>
          <ac:picMkLst>
            <pc:docMk/>
            <pc:sldMk cId="0" sldId="263"/>
            <ac:picMk id="3" creationId="{00000000-0000-0000-0000-000000000000}"/>
          </ac:picMkLst>
        </pc:picChg>
        <pc:picChg chg="mod">
          <ac:chgData name="Ashvin MK" userId="ed030a6577c59d83" providerId="LiveId" clId="{5FFE5F68-E3AE-40CE-AE75-4DC48A799503}" dt="2026-08-04T15:56:10.006" v="196" actId="1076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Ashvin MK" userId="ed030a6577c59d83" providerId="LiveId" clId="{5FFE5F68-E3AE-40CE-AE75-4DC48A799503}" dt="2026-08-04T15:56:14.216" v="197" actId="1076"/>
          <ac:picMkLst>
            <pc:docMk/>
            <pc:sldMk cId="0" sldId="263"/>
            <ac:picMk id="9" creationId="{00000000-0000-0000-0000-000000000000}"/>
          </ac:picMkLst>
        </pc:picChg>
        <pc:picChg chg="mod">
          <ac:chgData name="Ashvin MK" userId="ed030a6577c59d83" providerId="LiveId" clId="{5FFE5F68-E3AE-40CE-AE75-4DC48A799503}" dt="2026-08-04T15:56:37.594" v="201" actId="1076"/>
          <ac:picMkLst>
            <pc:docMk/>
            <pc:sldMk cId="0" sldId="263"/>
            <ac:picMk id="12" creationId="{00000000-0000-0000-0000-000000000000}"/>
          </ac:picMkLst>
        </pc:picChg>
        <pc:picChg chg="add mod">
          <ac:chgData name="Ashvin MK" userId="ed030a6577c59d83" providerId="LiveId" clId="{5FFE5F68-E3AE-40CE-AE75-4DC48A799503}" dt="2026-08-04T16:01:58.927" v="268" actId="1076"/>
          <ac:picMkLst>
            <pc:docMk/>
            <pc:sldMk cId="0" sldId="263"/>
            <ac:picMk id="19" creationId="{E1B43FD3-6FE5-9D76-7808-9DB0C87B1EF0}"/>
          </ac:picMkLst>
        </pc:picChg>
        <pc:picChg chg="add del">
          <ac:chgData name="Ashvin MK" userId="ed030a6577c59d83" providerId="LiveId" clId="{5FFE5F68-E3AE-40CE-AE75-4DC48A799503}" dt="2026-08-04T16:00:41.424" v="256" actId="22"/>
          <ac:picMkLst>
            <pc:docMk/>
            <pc:sldMk cId="0" sldId="263"/>
            <ac:picMk id="21" creationId="{A717800C-E696-F5F5-6469-95DE09C009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14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13116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Content-Provenance Watermarking for AI-Generated Media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672730"/>
            <a:ext cx="4894865" cy="84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Multimedia Systems Course Project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 Ashvin Mavila Kannoth, </a:t>
            </a:r>
            <a:r>
              <a:rPr lang="en-US" sz="110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Sermin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Singh, Kshitiz Khandelwal</a:t>
            </a:r>
            <a:b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Registration Numbers: 23BIT0152, 23BIT0344, 23BIT0121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Guide: BALASUBRAMANI M  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2897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Content Provenance Matters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1995934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Explosion of generative AI media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Rise of deepfakes and misinformation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 to verify authenticity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of public trust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transparent attribution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48771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provenance is becoming essential for digital trust.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2897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25119" y="1995934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images easily modified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frequently removed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watermarks are fragile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chains incomplete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Authenticity not reliably verifiable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48771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solutions fail under real-world transformations.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2897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1995934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invisible provenance watermark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image quality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Survive editing and compression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source authenticity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ownership tracking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48771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robust and transparent provenance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20241"/>
            <a:ext cx="3902943" cy="39029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196801"/>
            <a:ext cx="390294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Existing Solutions &amp; Limitations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2047280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watermarks — easy removal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Invisible watermarks — limited robustness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standards — stripping risk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C2PA — partial adoption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 — high cost, latency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350713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solution provides complete provenance protection.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14" y="1047781"/>
            <a:ext cx="8084567" cy="34862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3714" y="386645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73714" y="307897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Generated Media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29277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Watermark Encoder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147998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Generator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6706" y="448794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carries verifiable provenance throughout its lifecycle.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946B2-8D0C-F033-FF1A-AFD166316171}"/>
              </a:ext>
            </a:extLst>
          </p:cNvPr>
          <p:cNvSpPr txBox="1"/>
          <p:nvPr/>
        </p:nvSpPr>
        <p:spPr>
          <a:xfrm>
            <a:off x="655982" y="172301"/>
            <a:ext cx="4067092" cy="107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chemeClr val="bg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Proposed System Architecture</a:t>
            </a:r>
            <a:endParaRPr lang="en-US" sz="3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45146"/>
            <a:ext cx="3053135" cy="30531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349201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Workflow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1845320"/>
            <a:ext cx="4752677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content generation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extraction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Watermark embedding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hashing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registration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3227189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and authenticity check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581549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Stepwise pipeline with verification at publication and retrieval.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647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29061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573101"/>
            <a:ext cx="1308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61" y="1833934"/>
            <a:ext cx="1485862" cy="67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CSS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23" y="1529061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7" y="1573101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59" y="1869976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327" y="1545211"/>
            <a:ext cx="419100" cy="4191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93222" y="1567035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193222" y="1830140"/>
            <a:ext cx="13087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Diffusion  GPT APIs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972" y="1529061"/>
            <a:ext cx="419100" cy="4191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75027" y="1573101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Security &amp; DB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275026" y="1830140"/>
            <a:ext cx="13087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  Signatures  PostgreSQL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35037" y="38368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AI and security stack enables trustworthy provenance.</a:t>
            </a:r>
            <a:endParaRPr lang="en-US" sz="1100" dirty="0"/>
          </a:p>
        </p:txBody>
      </p:sp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E1B43FD3-6FE5-9D76-7808-9DB0C87B1E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747888"/>
            <a:ext cx="419100" cy="419100"/>
          </a:xfrm>
          <a:prstGeom prst="rect">
            <a:avLst/>
          </a:prstGeom>
        </p:spPr>
      </p:pic>
      <p:sp>
        <p:nvSpPr>
          <p:cNvPr id="23" name="Text 9">
            <a:extLst>
              <a:ext uri="{FF2B5EF4-FFF2-40B4-BE49-F238E27FC236}">
                <a16:creationId xmlns:a16="http://schemas.microsoft.com/office/drawing/2014/main" id="{2B77FF3F-D184-0783-6CA6-3E26B2FB9C90}"/>
              </a:ext>
            </a:extLst>
          </p:cNvPr>
          <p:cNvSpPr/>
          <p:nvPr/>
        </p:nvSpPr>
        <p:spPr>
          <a:xfrm>
            <a:off x="1077321" y="2809633"/>
            <a:ext cx="1308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Multimedia Technologies</a:t>
            </a:r>
            <a:endParaRPr lang="en-US" sz="13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5711E87-6FC2-923C-94FD-4B4EFB01EEE3}"/>
              </a:ext>
            </a:extLst>
          </p:cNvPr>
          <p:cNvSpPr/>
          <p:nvPr/>
        </p:nvSpPr>
        <p:spPr>
          <a:xfrm>
            <a:off x="1021081" y="3376586"/>
            <a:ext cx="215347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• FFmpeg • Pillow • Robust Neural Watermarking / DWT-DCT watermarking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48644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Research Gap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14476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 operate in isolation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robustness under edits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cross-platform verification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provenance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49701" y="1648644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Novelty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49701" y="214476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provenance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watermark embedding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Tamper detection mechanisms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verification APIs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40972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watermarking and provenance into one unified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2897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Expected Outcomes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25119" y="1995934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 AI-generated media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watermark recovery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verification dashboard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misinformation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Stronger copyright protection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48771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trustworthy AI-generated content ecosystems.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99484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Real-World Applications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650429"/>
            <a:ext cx="472276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platforms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Journalism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evidence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art &amp; NFTs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communications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content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systems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69495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Applicable wherever AI-generated media requires trust and accountability.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349</Words>
  <Application>Microsoft Office PowerPoint</Application>
  <PresentationFormat>On-screen Show (16:9)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 Bold</vt:lpstr>
      <vt:lpstr>Arial</vt:lpstr>
      <vt:lpstr>Inter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priti</dc:creator>
  <cp:lastModifiedBy>Priti Khandelwal</cp:lastModifiedBy>
  <cp:revision>2</cp:revision>
  <dcterms:created xsi:type="dcterms:W3CDTF">2026-08-04T15:47:28Z</dcterms:created>
  <dcterms:modified xsi:type="dcterms:W3CDTF">2026-08-04T19:08:48Z</dcterms:modified>
</cp:coreProperties>
</file>